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SMARTHIRE 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Intelligence for Job Seekers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ATS score. Fix your resume. Walk into interviews prepared.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 |  v1.0 Pitch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are applying blind — with no visibility into why they're getting rejected.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57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resumes are filtered out by ATS software before a human ever reads them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057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2880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personalized tools tell candidates exactly why their resume was rejected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057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29600" y="28803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online ignores the candidate's actual resume and target role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interview prep tools are disconnected from the candidate's real resume — producing generic, low-value questions instead of targeted preparation.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Serve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is built candidate-first, with a minimal recruiter view proving the two-sided model.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737360" y="22128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 — v1.0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or passive job seekers applying online, from students to mid-career professionals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know why their resume gets rejected — before they apply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 resume and instantly gets an ATS score, fixes, and interview prep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7223760" y="22128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 — MINIMAL IN v1.0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10896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and hiring managers screening inbound candidates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 fast, AI-summarized view instead of reading every resume manually
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 dashboard of analyzed candidates with full AI insight reports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upload. A complete, AI-generated picture of how your resume performs.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7306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DOCX resume upload, with a manual paste-text fallback if parsing fails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44368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7306B"/>
          </a:solidFill>
          <a:ln/>
        </p:spPr>
      </p:sp>
      <p:sp>
        <p:nvSpPr>
          <p:cNvPr id="11" name="Shape 9"/>
          <p:cNvSpPr/>
          <p:nvPr/>
        </p:nvSpPr>
        <p:spPr>
          <a:xfrm>
            <a:off x="3593592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547872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7872" y="338328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resume content and evaluates it like a real ATS engine would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0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81344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7306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9944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9944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364224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4224" y="338328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specific suggestions tied to exactly what's weak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77072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97696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7306B"/>
          </a:solidFill>
          <a:ln/>
        </p:spPr>
      </p:sp>
      <p:sp>
        <p:nvSpPr>
          <p:cNvPr id="23" name="Shape 21"/>
          <p:cNvSpPr/>
          <p:nvPr/>
        </p:nvSpPr>
        <p:spPr>
          <a:xfrm>
            <a:off x="9226296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226296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180576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80576" y="338328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interview questions and a readiness score, generated from your own resume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— v1.0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7276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Compatibility Score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with a category breakdown: formatting, keywords, structure, clarity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4F7FB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57276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572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Suggestions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actionable fixes tied directly to the score breakdown — not generic tips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4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57276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572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75320" y="19659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Questions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tailored questions grouped by category, generated from real resume content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4F7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04164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C7AE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416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" y="4434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Readiness Score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indicator combining ATS strength and resume completeness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84048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4F7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404164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40416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26280" y="4434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26280" y="493776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minimal, no-login view listing every analyzed candidate and their AI report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4F7FB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404164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B3B9C9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40416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(v1.1 if needed)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75320" y="4434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 Recommendations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75320" y="493776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roles based on extracted skills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pragmatic, modular stack chosen for speed, familiarity, and real cloud deployment.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783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7830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component-driven UI for upload, results, and dashboard views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2432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62432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62432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file handling, and AI orchestration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65576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46557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3465576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every candidate analysis for the recruiter dashboard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06824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4306824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(adapter)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4306824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provider layer — Claude/OpenAI can replace it later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480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514807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+ 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514807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cloud hosting on the Free Tier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modular request flow — one pipeline powers both candidate and recruiter views.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2730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Resume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32888" y="274320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27432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27306B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2743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64608" y="274320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0640" y="27432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743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Adapter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96328" y="274320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52360" y="27432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27306B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2743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Result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28048" y="274320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784080" y="27432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27306B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0" y="27432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Page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is fully abstracted behind a provider adapter — swapping Gemini for Claude or OpenAI requires no changes to the API, database, or frontend.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— v1.1 and Beyond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proves the core AI value. These are the deliberate, documented next steps.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75564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recruiter authentication with saved history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75564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applicant tracking pipeline (Applied → Interview → Offer)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17296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and AI-matched job-to-candidate recommendations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17296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filtering, and sorting on the recruiter dashboard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459028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email integrations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0" y="46634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459028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analytics dashboard (hiring funnel metrics)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fastest, most trusted way for any job seeker to understand how their resume is seen by both machines and humans — and to walk into every interview prepared, using insight generated from their own resume.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candidate-first. Designed to scale two-sided.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SmartHire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3108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production-ready, AI-powered resume intelligence platform — built and deployed in 10 days.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448056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663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2026-07-22T16:45:30Z</dcterms:created>
  <dcterms:modified xsi:type="dcterms:W3CDTF">2026-07-22T16:45:30Z</dcterms:modified>
</cp:coreProperties>
</file>